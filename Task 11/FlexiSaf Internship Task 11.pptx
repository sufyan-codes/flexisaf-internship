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64" r:id="rId5"/>
    <p:sldId id="259" r:id="rId6"/>
    <p:sldId id="260" r:id="rId7"/>
    <p:sldId id="265" r:id="rId8"/>
    <p:sldId id="266" r:id="rId9"/>
    <p:sldId id="267" r:id="rId10"/>
    <p:sldId id="263" r:id="rId11"/>
  </p:sldIdLst>
  <p:sldSz cx="9144000" cy="5143500" type="screen16x9"/>
  <p:notesSz cx="6858000" cy="9144000"/>
  <p:embeddedFontLst>
    <p:embeddedFont>
      <p:font typeface="Nunito" charset="0"/>
      <p:regular r:id="rId13"/>
      <p:bold r:id="rId14"/>
      <p:italic r:id="rId15"/>
      <p:boldItalic r:id="rId16"/>
    </p:embeddedFont>
    <p:embeddedFont>
      <p:font typeface="Montserrat" charset="0"/>
      <p:regular r:id="rId17"/>
      <p:bold r:id="rId18"/>
      <p:italic r:id="rId19"/>
      <p:boldItalic r:id="rId20"/>
    </p:embeddedFont>
    <p:embeddedFont>
      <p:font typeface="Maven Pro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 snapToGrid="0">
      <p:cViewPr>
        <p:scale>
          <a:sx n="102" d="100"/>
          <a:sy n="102" d="100"/>
        </p:scale>
        <p:origin x="-456" y="-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387887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5e08b19311e0ba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5e08b19311e0ba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5e08b19311e0ba5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15e08b19311e0ba5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e08b19311e0ba5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5e08b19311e0ba5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5e08b19311e0ba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5e08b19311e0ba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5e08b19311e0ba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5e08b19311e0ba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5e08b19311e0ba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5e08b19311e0ba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5e08b19311e0ba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5e08b19311e0ba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5e08b19311e0ba5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5e08b19311e0ba5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accent3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name="adj1" fmla="val 8244818"/>
                  <a:gd name="adj2" fmla="val 16246175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name="adj1" fmla="val 8801158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name="adj1" fmla="val 1255410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name="adj1" fmla="val 19376841"/>
                <a:gd name="adj2" fmla="val 16200000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 txBox="1">
            <a:spLocks noGrp="1"/>
          </p:cNvSpPr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2"/>
          <p:cNvSpPr txBox="1">
            <a:spLocks noGrp="1"/>
          </p:cNvSpPr>
          <p:nvPr>
            <p:ph type="subTitle" idx="1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82" name="Google Shape;82;p3"/>
          <p:cNvSpPr txBox="1">
            <a:spLocks noGrp="1"/>
          </p:cNvSpPr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3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4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4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4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5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body" idx="1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p5"/>
          <p:cNvSpPr txBox="1">
            <a:spLocks noGrp="1"/>
          </p:cNvSpPr>
          <p:nvPr>
            <p:ph type="body" idx="2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5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6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6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name="adj1" fmla="val 19376841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name="adj1" fmla="val 5699893"/>
                  <a:gd name="adj2" fmla="val 12313574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25" name="Google Shape;125;p8"/>
          <p:cNvSpPr txBox="1">
            <a:spLocks noGrp="1"/>
          </p:cNvSpPr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8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1" name="Google Shape;131;p9"/>
          <p:cNvSpPr txBox="1">
            <a:spLocks noGrp="1"/>
          </p:cNvSpPr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9"/>
          <p:cNvSpPr txBox="1">
            <a:spLocks noGrp="1"/>
          </p:cNvSpPr>
          <p:nvPr>
            <p:ph type="subTitle" idx="1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body" idx="2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9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name="adj1" fmla="val 10792838"/>
                <a:gd name="adj2" fmla="val 16200000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9" name="Google Shape;139;p10"/>
          <p:cNvSpPr txBox="1">
            <a:spLocks noGrp="1"/>
          </p:cNvSpPr>
          <p:nvPr>
            <p:ph type="body" idx="1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40" name="Google Shape;140;p10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3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68" name="Google Shape;268;p11"/>
          <p:cNvSpPr txBox="1">
            <a:spLocks noGrp="1"/>
          </p:cNvSpPr>
          <p:nvPr>
            <p:ph type="title" hasCustomPrompt="1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>
            <a:spLocks noGrp="1"/>
          </p:cNvSpPr>
          <p:nvPr>
            <p:ph type="body" idx="1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0" name="Google Shape;270;p1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omentu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sz="2800" b="1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>
            <a:spLocks noGrp="1"/>
          </p:cNvSpPr>
          <p:nvPr>
            <p:ph type="ctrTitle"/>
          </p:nvPr>
        </p:nvSpPr>
        <p:spPr>
          <a:xfrm>
            <a:off x="265568" y="1202350"/>
            <a:ext cx="873150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dirty="0">
                <a:latin typeface="Montserrat"/>
                <a:ea typeface="Montserrat"/>
                <a:cs typeface="Montserrat"/>
                <a:sym typeface="Montserrat"/>
              </a:rPr>
              <a:t>Advanced Frontend Development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dirty="0" err="1" smtClean="0">
                <a:latin typeface="Montserrat"/>
                <a:ea typeface="Montserrat"/>
                <a:cs typeface="Montserrat"/>
                <a:sym typeface="Montserrat"/>
              </a:rPr>
              <a:t>Javascript</a:t>
            </a:r>
            <a:r>
              <a:rPr lang="en-US" b="0" dirty="0" smtClean="0">
                <a:latin typeface="Montserrat"/>
                <a:ea typeface="Montserrat"/>
                <a:cs typeface="Montserrat"/>
                <a:sym typeface="Montserrat"/>
              </a:rPr>
              <a:t> Algorithms </a:t>
            </a:r>
            <a:r>
              <a:rPr lang="en" b="0" dirty="0" smtClean="0">
                <a:latin typeface="Montserrat"/>
                <a:ea typeface="Montserrat"/>
                <a:cs typeface="Montserrat"/>
                <a:sym typeface="Montserrat"/>
              </a:rPr>
              <a:t>Task 11</a:t>
            </a:r>
            <a:endParaRPr b="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13"/>
          <p:cNvSpPr txBox="1">
            <a:spLocks noGrp="1"/>
          </p:cNvSpPr>
          <p:nvPr>
            <p:ph type="subTitle" idx="1"/>
          </p:nvPr>
        </p:nvSpPr>
        <p:spPr>
          <a:xfrm>
            <a:off x="427200" y="3075250"/>
            <a:ext cx="4255500" cy="14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Compiled by Yusuf Abu-safyan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https://github.com/Sufyan-codes/FlexiSaf-Internship.git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>
            <a:spLocks noGrp="1"/>
          </p:cNvSpPr>
          <p:nvPr>
            <p:ph type="ctrTitle"/>
          </p:nvPr>
        </p:nvSpPr>
        <p:spPr>
          <a:xfrm>
            <a:off x="471299" y="323300"/>
            <a:ext cx="8896636" cy="8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-US" dirty="0"/>
              <a:t>What Are Algorithms &amp; Data Structures?</a:t>
            </a:r>
            <a:endParaRPr dirty="0"/>
          </a:p>
        </p:txBody>
      </p:sp>
      <p:sp>
        <p:nvSpPr>
          <p:cNvPr id="284" name="Google Shape;284;p14"/>
          <p:cNvSpPr txBox="1"/>
          <p:nvPr/>
        </p:nvSpPr>
        <p:spPr>
          <a:xfrm>
            <a:off x="558450" y="1131500"/>
            <a:ext cx="8009100" cy="34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Algorithms:</a:t>
            </a:r>
            <a:r>
              <a:rPr lang="en-US" sz="2000" dirty="0">
                <a:solidFill>
                  <a:schemeClr val="bg1"/>
                </a:solidFill>
              </a:rPr>
              <a:t> Step-by-step methods to solve problems (like searching, sorting, or finding paths).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Data Structures:</a:t>
            </a:r>
            <a:r>
              <a:rPr lang="en-US" sz="2000" dirty="0">
                <a:solidFill>
                  <a:schemeClr val="bg1"/>
                </a:solidFill>
              </a:rPr>
              <a:t> Ways to store and organize data (like arrays, stacks, trees, and graphs).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618727" y="444623"/>
            <a:ext cx="5586130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dirty="0"/>
              <a:t>1. Searching Algorithms</a:t>
            </a:r>
            <a:endParaRPr lang="en-US"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51789" y="123981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Linear Search</a:t>
            </a:r>
          </a:p>
          <a:p>
            <a:r>
              <a:rPr lang="en-US" dirty="0"/>
              <a:t>Check each element until you find the target.</a:t>
            </a:r>
          </a:p>
          <a:p>
            <a:r>
              <a:rPr lang="en-US" dirty="0"/>
              <a:t>function </a:t>
            </a:r>
            <a:r>
              <a:rPr lang="en-US" dirty="0" err="1"/>
              <a:t>linearSearch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target) { for (let i = 0; i &lt; </a:t>
            </a:r>
            <a:r>
              <a:rPr lang="en-US" dirty="0" err="1"/>
              <a:t>arr.length</a:t>
            </a:r>
            <a:r>
              <a:rPr lang="en-US" dirty="0"/>
              <a:t>; i++) { if (</a:t>
            </a:r>
            <a:r>
              <a:rPr lang="en-US" dirty="0" err="1"/>
              <a:t>arr</a:t>
            </a:r>
            <a:r>
              <a:rPr lang="en-US" dirty="0"/>
              <a:t>[i] === target) return i; } return -1; } </a:t>
            </a:r>
          </a:p>
          <a:p>
            <a:r>
              <a:rPr lang="en-US" b="1" dirty="0"/>
              <a:t>Use when:</a:t>
            </a:r>
            <a:r>
              <a:rPr lang="en-US" dirty="0"/>
              <a:t> List isn’t sorted.</a:t>
            </a:r>
            <a:br>
              <a:rPr lang="en-US" dirty="0"/>
            </a:br>
            <a:r>
              <a:rPr lang="en-US" b="1" dirty="0"/>
              <a:t>Time complexity:</a:t>
            </a:r>
            <a:r>
              <a:rPr lang="en-US" dirty="0"/>
              <a:t> O(n)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>
            <a:spLocks noGrp="1"/>
          </p:cNvSpPr>
          <p:nvPr>
            <p:ph type="ctrTitle"/>
          </p:nvPr>
        </p:nvSpPr>
        <p:spPr>
          <a:xfrm>
            <a:off x="823998" y="453954"/>
            <a:ext cx="8320002" cy="69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r>
              <a:rPr lang="en-US" dirty="0"/>
              <a:t>Binary Search</a:t>
            </a:r>
            <a:br>
              <a:rPr lang="en-US" dirty="0"/>
            </a:br>
            <a:endParaRPr dirty="0"/>
          </a:p>
        </p:txBody>
      </p:sp>
      <p:sp>
        <p:nvSpPr>
          <p:cNvPr id="290" name="Google Shape;290;p15"/>
          <p:cNvSpPr txBox="1">
            <a:spLocks noGrp="1"/>
          </p:cNvSpPr>
          <p:nvPr>
            <p:ph type="subTitle" idx="1"/>
          </p:nvPr>
        </p:nvSpPr>
        <p:spPr>
          <a:xfrm>
            <a:off x="570450" y="1547725"/>
            <a:ext cx="7601100" cy="35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 smtClean="0"/>
              <a:t>Cut </a:t>
            </a:r>
            <a:r>
              <a:rPr lang="en-US" dirty="0"/>
              <a:t>the search space in half each time — works only on </a:t>
            </a:r>
            <a:r>
              <a:rPr lang="en-US" b="1" dirty="0"/>
              <a:t>sorted</a:t>
            </a:r>
            <a:r>
              <a:rPr lang="en-US" dirty="0"/>
              <a:t> arrays.</a:t>
            </a:r>
          </a:p>
          <a:p>
            <a:r>
              <a:rPr lang="en-US" dirty="0"/>
              <a:t>function </a:t>
            </a:r>
            <a:r>
              <a:rPr lang="en-US" dirty="0" err="1"/>
              <a:t>binarySearch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, target) { let left = 0, right = </a:t>
            </a:r>
            <a:r>
              <a:rPr lang="en-US" dirty="0" err="1"/>
              <a:t>arr.length</a:t>
            </a:r>
            <a:r>
              <a:rPr lang="en-US" dirty="0"/>
              <a:t> - 1; while (left &lt;= right) { </a:t>
            </a:r>
            <a:r>
              <a:rPr lang="en-US" dirty="0" err="1"/>
              <a:t>const</a:t>
            </a:r>
            <a:r>
              <a:rPr lang="en-US" dirty="0"/>
              <a:t> mid = </a:t>
            </a:r>
            <a:r>
              <a:rPr lang="en-US" dirty="0" err="1"/>
              <a:t>Math.floor</a:t>
            </a:r>
            <a:r>
              <a:rPr lang="en-US" dirty="0"/>
              <a:t>((left + right) / 2); if (</a:t>
            </a:r>
            <a:r>
              <a:rPr lang="en-US" dirty="0" err="1"/>
              <a:t>arr</a:t>
            </a:r>
            <a:r>
              <a:rPr lang="en-US" dirty="0"/>
              <a:t>[mid] === target) return mid; else if (</a:t>
            </a:r>
            <a:r>
              <a:rPr lang="en-US" dirty="0" err="1"/>
              <a:t>arr</a:t>
            </a:r>
            <a:r>
              <a:rPr lang="en-US" dirty="0"/>
              <a:t>[mid] &lt; target) left = mid + 1; else right = mid - 1; } return -1; } </a:t>
            </a:r>
          </a:p>
          <a:p>
            <a:r>
              <a:rPr lang="en-US" b="1" dirty="0"/>
              <a:t>Use when:</a:t>
            </a:r>
            <a:r>
              <a:rPr lang="en-US" dirty="0"/>
              <a:t> Array is sorted.</a:t>
            </a:r>
            <a:br>
              <a:rPr lang="en-US" dirty="0"/>
            </a:br>
            <a:r>
              <a:rPr lang="en-US" b="1" dirty="0"/>
              <a:t>Time complexity:</a:t>
            </a:r>
            <a:r>
              <a:rPr lang="en-US" dirty="0"/>
              <a:t> O(log n)</a:t>
            </a:r>
          </a:p>
        </p:txBody>
      </p:sp>
    </p:spTree>
    <p:extLst>
      <p:ext uri="{BB962C8B-B14F-4D97-AF65-F5344CB8AC3E}">
        <p14:creationId xmlns:p14="http://schemas.microsoft.com/office/powerpoint/2010/main" val="152020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>
            <a:spLocks noGrp="1"/>
          </p:cNvSpPr>
          <p:nvPr>
            <p:ph type="ctrTitle"/>
          </p:nvPr>
        </p:nvSpPr>
        <p:spPr>
          <a:xfrm>
            <a:off x="823999" y="352700"/>
            <a:ext cx="7909454" cy="104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dirty="0"/>
              <a:t> Sorting Algorithms</a:t>
            </a:r>
            <a:endParaRPr lang="en-US" dirty="0"/>
          </a:p>
        </p:txBody>
      </p:sp>
      <p:sp>
        <p:nvSpPr>
          <p:cNvPr id="296" name="Google Shape;296;p16"/>
          <p:cNvSpPr txBox="1">
            <a:spLocks noGrp="1"/>
          </p:cNvSpPr>
          <p:nvPr>
            <p:ph type="subTitle" idx="1"/>
          </p:nvPr>
        </p:nvSpPr>
        <p:spPr>
          <a:xfrm>
            <a:off x="824000" y="1203649"/>
            <a:ext cx="7508400" cy="36296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/>
              <a:t>2</a:t>
            </a:r>
            <a:r>
              <a:rPr lang="en-US" b="1" dirty="0" smtClean="0"/>
              <a:t>. Bubble </a:t>
            </a:r>
            <a:r>
              <a:rPr lang="en-US" b="1" dirty="0"/>
              <a:t>Sort</a:t>
            </a:r>
          </a:p>
          <a:p>
            <a:r>
              <a:rPr lang="en-US" dirty="0"/>
              <a:t>Compare and swap adjacent elements repeatedly.</a:t>
            </a:r>
          </a:p>
          <a:p>
            <a:r>
              <a:rPr lang="en-US" dirty="0"/>
              <a:t>function </a:t>
            </a:r>
            <a:r>
              <a:rPr lang="en-US" dirty="0" err="1"/>
              <a:t>bubbleSort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 { for (let i = 0; i &lt; </a:t>
            </a:r>
            <a:r>
              <a:rPr lang="en-US" dirty="0" err="1"/>
              <a:t>arr.length</a:t>
            </a:r>
            <a:r>
              <a:rPr lang="en-US" dirty="0"/>
              <a:t>; i++) { for (let j = 0; j &lt; </a:t>
            </a:r>
            <a:r>
              <a:rPr lang="en-US" dirty="0" err="1"/>
              <a:t>arr.length</a:t>
            </a:r>
            <a:r>
              <a:rPr lang="en-US" dirty="0"/>
              <a:t> - i - 1; j++) { if (</a:t>
            </a:r>
            <a:r>
              <a:rPr lang="en-US" dirty="0" err="1"/>
              <a:t>arr</a:t>
            </a:r>
            <a:r>
              <a:rPr lang="en-US" dirty="0"/>
              <a:t>[j] &gt; </a:t>
            </a:r>
            <a:r>
              <a:rPr lang="en-US" dirty="0" err="1"/>
              <a:t>arr</a:t>
            </a:r>
            <a:r>
              <a:rPr lang="en-US" dirty="0"/>
              <a:t>[j + 1]) [</a:t>
            </a:r>
            <a:r>
              <a:rPr lang="en-US" dirty="0" err="1"/>
              <a:t>arr</a:t>
            </a:r>
            <a:r>
              <a:rPr lang="en-US" dirty="0"/>
              <a:t>[j], </a:t>
            </a:r>
            <a:r>
              <a:rPr lang="en-US" dirty="0" err="1"/>
              <a:t>arr</a:t>
            </a:r>
            <a:r>
              <a:rPr lang="en-US" dirty="0"/>
              <a:t>[j + 1]] = [</a:t>
            </a:r>
            <a:r>
              <a:rPr lang="en-US" dirty="0" err="1"/>
              <a:t>arr</a:t>
            </a:r>
            <a:r>
              <a:rPr lang="en-US" dirty="0"/>
              <a:t>[j + 1], </a:t>
            </a:r>
            <a:r>
              <a:rPr lang="en-US" dirty="0" err="1"/>
              <a:t>arr</a:t>
            </a:r>
            <a:r>
              <a:rPr lang="en-US" dirty="0"/>
              <a:t>[j]]; } } return </a:t>
            </a:r>
            <a:r>
              <a:rPr lang="en-US" dirty="0" err="1"/>
              <a:t>arr</a:t>
            </a:r>
            <a:r>
              <a:rPr lang="en-US" dirty="0"/>
              <a:t>; } </a:t>
            </a:r>
          </a:p>
          <a:p>
            <a:r>
              <a:rPr lang="en-US" b="1" dirty="0"/>
              <a:t>Time complexity:</a:t>
            </a:r>
            <a:r>
              <a:rPr lang="en-US" dirty="0"/>
              <a:t> O(n²)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>
            <a:spLocks noGrp="1"/>
          </p:cNvSpPr>
          <p:nvPr>
            <p:ph type="ctrTitle"/>
          </p:nvPr>
        </p:nvSpPr>
        <p:spPr>
          <a:xfrm>
            <a:off x="824000" y="-12"/>
            <a:ext cx="725631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dirty="0"/>
              <a:t>Quick Sort</a:t>
            </a:r>
            <a:br>
              <a:rPr lang="en-US" dirty="0"/>
            </a:br>
            <a:endParaRPr lang="en-US" dirty="0"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1"/>
          </p:nvPr>
        </p:nvSpPr>
        <p:spPr>
          <a:xfrm>
            <a:off x="824000" y="1513649"/>
            <a:ext cx="7728900" cy="3403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 smtClean="0"/>
              <a:t>Divide </a:t>
            </a:r>
            <a:r>
              <a:rPr lang="en-US" dirty="0"/>
              <a:t>array into smaller parts and recursively sort.</a:t>
            </a:r>
          </a:p>
          <a:p>
            <a:r>
              <a:rPr lang="en-US" dirty="0"/>
              <a:t>function </a:t>
            </a:r>
            <a:r>
              <a:rPr lang="en-US" dirty="0" err="1"/>
              <a:t>quickSort</a:t>
            </a:r>
            <a:r>
              <a:rPr lang="en-US" dirty="0"/>
              <a:t>(</a:t>
            </a:r>
            <a:r>
              <a:rPr lang="en-US" dirty="0" err="1"/>
              <a:t>arr</a:t>
            </a:r>
            <a:r>
              <a:rPr lang="en-US" dirty="0"/>
              <a:t>) { if (</a:t>
            </a:r>
            <a:r>
              <a:rPr lang="en-US" dirty="0" err="1"/>
              <a:t>arr.length</a:t>
            </a:r>
            <a:r>
              <a:rPr lang="en-US" dirty="0"/>
              <a:t> &lt;= 1) return </a:t>
            </a:r>
            <a:r>
              <a:rPr lang="en-US" dirty="0" err="1"/>
              <a:t>arr</a:t>
            </a:r>
            <a:r>
              <a:rPr lang="en-US" dirty="0"/>
              <a:t>; </a:t>
            </a:r>
            <a:r>
              <a:rPr lang="en-US" dirty="0" err="1"/>
              <a:t>const</a:t>
            </a:r>
            <a:r>
              <a:rPr lang="en-US" dirty="0"/>
              <a:t> pivot = </a:t>
            </a:r>
            <a:r>
              <a:rPr lang="en-US" dirty="0" err="1"/>
              <a:t>arr</a:t>
            </a:r>
            <a:r>
              <a:rPr lang="en-US" dirty="0"/>
              <a:t>[</a:t>
            </a:r>
            <a:r>
              <a:rPr lang="en-US" dirty="0" err="1"/>
              <a:t>arr.length</a:t>
            </a:r>
            <a:r>
              <a:rPr lang="en-US" dirty="0"/>
              <a:t> - 1]; </a:t>
            </a:r>
            <a:r>
              <a:rPr lang="en-US" dirty="0" err="1"/>
              <a:t>const</a:t>
            </a:r>
            <a:r>
              <a:rPr lang="en-US" dirty="0"/>
              <a:t> left = </a:t>
            </a:r>
            <a:r>
              <a:rPr lang="en-US" dirty="0" err="1"/>
              <a:t>arr.filter</a:t>
            </a:r>
            <a:r>
              <a:rPr lang="en-US" dirty="0"/>
              <a:t>(x =&gt; x &lt; pivot); </a:t>
            </a:r>
            <a:r>
              <a:rPr lang="en-US" dirty="0" err="1"/>
              <a:t>const</a:t>
            </a:r>
            <a:r>
              <a:rPr lang="en-US" dirty="0"/>
              <a:t> right = </a:t>
            </a:r>
            <a:r>
              <a:rPr lang="en-US" dirty="0" err="1"/>
              <a:t>arr.filter</a:t>
            </a:r>
            <a:r>
              <a:rPr lang="en-US" dirty="0"/>
              <a:t>(x =&gt; x &gt; pivot); return [...</a:t>
            </a:r>
            <a:r>
              <a:rPr lang="en-US" dirty="0" err="1"/>
              <a:t>quickSort</a:t>
            </a:r>
            <a:r>
              <a:rPr lang="en-US" dirty="0"/>
              <a:t>(left), pivot, ...</a:t>
            </a:r>
            <a:r>
              <a:rPr lang="en-US" dirty="0" err="1"/>
              <a:t>quickSort</a:t>
            </a:r>
            <a:r>
              <a:rPr lang="en-US" dirty="0"/>
              <a:t>(right)]; } </a:t>
            </a:r>
          </a:p>
          <a:p>
            <a:r>
              <a:rPr lang="en-US" b="1" dirty="0"/>
              <a:t>Time complexity:</a:t>
            </a:r>
            <a:r>
              <a:rPr lang="en-US" dirty="0"/>
              <a:t> O(n log n) average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>
            <a:spLocks noGrp="1"/>
          </p:cNvSpPr>
          <p:nvPr>
            <p:ph type="ctrTitle"/>
          </p:nvPr>
        </p:nvSpPr>
        <p:spPr>
          <a:xfrm>
            <a:off x="824000" y="-12"/>
            <a:ext cx="725631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dirty="0"/>
              <a:t>Data Structures</a:t>
            </a:r>
            <a:endParaRPr lang="en-US" dirty="0"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1"/>
          </p:nvPr>
        </p:nvSpPr>
        <p:spPr>
          <a:xfrm>
            <a:off x="824000" y="1513649"/>
            <a:ext cx="7728900" cy="3403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b="1" dirty="0" smtClean="0"/>
              <a:t>Stack </a:t>
            </a:r>
            <a:r>
              <a:rPr lang="en-US" b="1" dirty="0"/>
              <a:t>(LIFO — Last In, First Out)</a:t>
            </a:r>
          </a:p>
          <a:p>
            <a:r>
              <a:rPr lang="en-US" dirty="0"/>
              <a:t>class Stack { constructor() { </a:t>
            </a:r>
            <a:r>
              <a:rPr lang="en-US" dirty="0" err="1"/>
              <a:t>this.items</a:t>
            </a:r>
            <a:r>
              <a:rPr lang="en-US" dirty="0"/>
              <a:t> = []; } push(item) { </a:t>
            </a:r>
            <a:r>
              <a:rPr lang="en-US" dirty="0" err="1"/>
              <a:t>this.items.push</a:t>
            </a:r>
            <a:r>
              <a:rPr lang="en-US" dirty="0"/>
              <a:t>(item); } pop() { return </a:t>
            </a:r>
            <a:r>
              <a:rPr lang="en-US" dirty="0" err="1"/>
              <a:t>this.items.pop</a:t>
            </a:r>
            <a:r>
              <a:rPr lang="en-US" dirty="0"/>
              <a:t>(); } peek() { return </a:t>
            </a:r>
            <a:r>
              <a:rPr lang="en-US" dirty="0" err="1"/>
              <a:t>this.items</a:t>
            </a:r>
            <a:r>
              <a:rPr lang="en-US" dirty="0"/>
              <a:t>[</a:t>
            </a:r>
            <a:r>
              <a:rPr lang="en-US" dirty="0" err="1"/>
              <a:t>this.items.length</a:t>
            </a:r>
            <a:r>
              <a:rPr lang="en-US" dirty="0"/>
              <a:t> - 1]; } } </a:t>
            </a:r>
          </a:p>
          <a:p>
            <a:r>
              <a:rPr lang="en-US" dirty="0"/>
              <a:t>Used in undo actions, call stacks, </a:t>
            </a:r>
            <a:r>
              <a:rPr lang="en-US" dirty="0" err="1"/>
              <a:t>parenthe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38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>
            <a:spLocks noGrp="1"/>
          </p:cNvSpPr>
          <p:nvPr>
            <p:ph type="ctrTitle"/>
          </p:nvPr>
        </p:nvSpPr>
        <p:spPr>
          <a:xfrm>
            <a:off x="824000" y="-12"/>
            <a:ext cx="725631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dirty="0"/>
              <a:t>Queue (FIFO — First In, First Out)</a:t>
            </a:r>
            <a:endParaRPr lang="en-US" dirty="0"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1"/>
          </p:nvPr>
        </p:nvSpPr>
        <p:spPr>
          <a:xfrm>
            <a:off x="824000" y="1513649"/>
            <a:ext cx="7728900" cy="3403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 smtClean="0"/>
              <a:t>class </a:t>
            </a:r>
            <a:r>
              <a:rPr lang="en-US" dirty="0"/>
              <a:t>Queue { constructor() { </a:t>
            </a:r>
            <a:r>
              <a:rPr lang="en-US" dirty="0" err="1"/>
              <a:t>this.items</a:t>
            </a:r>
            <a:r>
              <a:rPr lang="en-US" dirty="0"/>
              <a:t> = []; } </a:t>
            </a:r>
            <a:r>
              <a:rPr lang="en-US" dirty="0" err="1"/>
              <a:t>enqueue</a:t>
            </a:r>
            <a:r>
              <a:rPr lang="en-US" dirty="0"/>
              <a:t>(item) { </a:t>
            </a:r>
            <a:r>
              <a:rPr lang="en-US" dirty="0" err="1"/>
              <a:t>this.items.push</a:t>
            </a:r>
            <a:r>
              <a:rPr lang="en-US" dirty="0"/>
              <a:t>(item); } </a:t>
            </a:r>
            <a:r>
              <a:rPr lang="en-US" dirty="0" err="1"/>
              <a:t>dequeue</a:t>
            </a:r>
            <a:r>
              <a:rPr lang="en-US" dirty="0"/>
              <a:t>() { return </a:t>
            </a:r>
            <a:r>
              <a:rPr lang="en-US" dirty="0" err="1"/>
              <a:t>this.items.shift</a:t>
            </a:r>
            <a:r>
              <a:rPr lang="en-US" dirty="0"/>
              <a:t>(); } } </a:t>
            </a:r>
          </a:p>
          <a:p>
            <a:r>
              <a:rPr lang="en-US" dirty="0"/>
              <a:t>Used in task scheduling, print queues, etc.</a:t>
            </a:r>
          </a:p>
        </p:txBody>
      </p:sp>
    </p:spTree>
    <p:extLst>
      <p:ext uri="{BB962C8B-B14F-4D97-AF65-F5344CB8AC3E}">
        <p14:creationId xmlns:p14="http://schemas.microsoft.com/office/powerpoint/2010/main" val="2921750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>
            <a:spLocks noGrp="1"/>
          </p:cNvSpPr>
          <p:nvPr>
            <p:ph type="ctrTitle"/>
          </p:nvPr>
        </p:nvSpPr>
        <p:spPr>
          <a:xfrm>
            <a:off x="824000" y="-12"/>
            <a:ext cx="7256310" cy="187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r>
              <a:rPr lang="en-US" dirty="0"/>
              <a:t>Binary Tree (Simplified Example)</a:t>
            </a:r>
            <a:endParaRPr lang="en-US" dirty="0"/>
          </a:p>
        </p:txBody>
      </p:sp>
      <p:sp>
        <p:nvSpPr>
          <p:cNvPr id="303" name="Google Shape;303;p17"/>
          <p:cNvSpPr txBox="1">
            <a:spLocks noGrp="1"/>
          </p:cNvSpPr>
          <p:nvPr>
            <p:ph type="subTitle" idx="1"/>
          </p:nvPr>
        </p:nvSpPr>
        <p:spPr>
          <a:xfrm>
            <a:off x="824000" y="1513649"/>
            <a:ext cx="7728900" cy="340358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 smtClean="0"/>
              <a:t>class </a:t>
            </a:r>
            <a:r>
              <a:rPr lang="en-US" dirty="0"/>
              <a:t>Node { constructor(value) { </a:t>
            </a:r>
            <a:r>
              <a:rPr lang="en-US" dirty="0" err="1"/>
              <a:t>this.value</a:t>
            </a:r>
            <a:r>
              <a:rPr lang="en-US" dirty="0"/>
              <a:t> = value; </a:t>
            </a:r>
            <a:r>
              <a:rPr lang="en-US" dirty="0" err="1"/>
              <a:t>this.left</a:t>
            </a:r>
            <a:r>
              <a:rPr lang="en-US" dirty="0"/>
              <a:t> = null; </a:t>
            </a:r>
            <a:r>
              <a:rPr lang="en-US" dirty="0" err="1"/>
              <a:t>this.right</a:t>
            </a:r>
            <a:r>
              <a:rPr lang="en-US" dirty="0"/>
              <a:t> = null; } } </a:t>
            </a:r>
          </a:p>
          <a:p>
            <a:r>
              <a:rPr lang="en-US" dirty="0"/>
              <a:t>Used for hierarchical data, file systems, and search trees.</a:t>
            </a:r>
          </a:p>
        </p:txBody>
      </p:sp>
    </p:spTree>
    <p:extLst>
      <p:ext uri="{BB962C8B-B14F-4D97-AF65-F5344CB8AC3E}">
        <p14:creationId xmlns:p14="http://schemas.microsoft.com/office/powerpoint/2010/main" val="3575231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4587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9"/>
          <p:cNvSpPr txBox="1">
            <a:spLocks noGrp="1"/>
          </p:cNvSpPr>
          <p:nvPr>
            <p:ph type="ctrTitle"/>
          </p:nvPr>
        </p:nvSpPr>
        <p:spPr>
          <a:xfrm>
            <a:off x="803945" y="708584"/>
            <a:ext cx="4822414" cy="10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Thanks for reading</a:t>
            </a:r>
            <a:endParaRPr dirty="0"/>
          </a:p>
        </p:txBody>
      </p:sp>
      <p:sp>
        <p:nvSpPr>
          <p:cNvPr id="3" name="Google Shape;309;p18"/>
          <p:cNvSpPr txBox="1">
            <a:spLocks noGrp="1"/>
          </p:cNvSpPr>
          <p:nvPr>
            <p:ph type="subTitle" idx="1"/>
          </p:nvPr>
        </p:nvSpPr>
        <p:spPr>
          <a:xfrm>
            <a:off x="823999" y="1748725"/>
            <a:ext cx="7274971" cy="254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27000" lvl="0" indent="0" algn="l" rtl="0">
              <a:spcBef>
                <a:spcPts val="0"/>
              </a:spcBef>
              <a:spcAft>
                <a:spcPts val="0"/>
              </a:spcAft>
              <a:buSzPts val="16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0759697"/>
      </p:ext>
    </p:extLst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505</Words>
  <Application>Microsoft Office PowerPoint</Application>
  <PresentationFormat>On-screen Show (16:9)</PresentationFormat>
  <Paragraphs>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Nunito</vt:lpstr>
      <vt:lpstr>Montserrat</vt:lpstr>
      <vt:lpstr>Maven Pro</vt:lpstr>
      <vt:lpstr>Momentum</vt:lpstr>
      <vt:lpstr>Advanced Frontend Development Javascript Algorithms Task 11</vt:lpstr>
      <vt:lpstr>What Are Algorithms &amp; Data Structures?</vt:lpstr>
      <vt:lpstr>1. Searching Algorithms</vt:lpstr>
      <vt:lpstr>Binary Search </vt:lpstr>
      <vt:lpstr> Sorting Algorithms</vt:lpstr>
      <vt:lpstr>Quick Sort </vt:lpstr>
      <vt:lpstr>Data Structures</vt:lpstr>
      <vt:lpstr>Queue (FIFO — First In, First Out)</vt:lpstr>
      <vt:lpstr>Binary Tree (Simplified Example)</vt:lpstr>
      <vt:lpstr>Thanks for reading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Frontend Development ES6 Features Task 1</dc:title>
  <cp:lastModifiedBy>Abu-sufyan</cp:lastModifiedBy>
  <cp:revision>25</cp:revision>
  <dcterms:modified xsi:type="dcterms:W3CDTF">2025-11-10T10:58:54Z</dcterms:modified>
</cp:coreProperties>
</file>