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4" r:id="rId5"/>
    <p:sldId id="259" r:id="rId6"/>
    <p:sldId id="263" r:id="rId7"/>
  </p:sldIdLst>
  <p:sldSz cx="9144000" cy="5143500" type="screen16x9"/>
  <p:notesSz cx="6858000" cy="9144000"/>
  <p:embeddedFontLst>
    <p:embeddedFont>
      <p:font typeface="Nunito" charset="0"/>
      <p:regular r:id="rId9"/>
      <p:bold r:id="rId10"/>
      <p:italic r:id="rId11"/>
      <p:boldItalic r:id="rId12"/>
    </p:embeddedFont>
    <p:embeddedFont>
      <p:font typeface="Maven Pro" charset="0"/>
      <p:regular r:id="rId13"/>
      <p:bold r:id="rId14"/>
    </p:embeddedFont>
    <p:embeddedFont>
      <p:font typeface="Montserrat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87887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5e08b19311e0ba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5e08b19311e0ba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e08b19311e0ba5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5e08b19311e0ba5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e08b19311e0ba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e08b19311e0ba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265568" y="1202350"/>
            <a:ext cx="8731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"/>
                <a:ea typeface="Montserrat"/>
                <a:cs typeface="Montserrat"/>
                <a:sym typeface="Montserrat"/>
              </a:rPr>
              <a:t>Advanced Frontend Development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 smtClean="0">
                <a:latin typeface="Montserrat"/>
                <a:ea typeface="Montserrat"/>
                <a:cs typeface="Montserrat"/>
                <a:sym typeface="Montserrat"/>
              </a:rPr>
              <a:t>React Test </a:t>
            </a:r>
            <a:r>
              <a:rPr lang="en" b="0" dirty="0" smtClean="0">
                <a:latin typeface="Montserrat"/>
                <a:ea typeface="Montserrat"/>
                <a:cs typeface="Montserrat"/>
                <a:sym typeface="Montserrat"/>
              </a:rPr>
              <a:t>Task 6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427200" y="3075250"/>
            <a:ext cx="4255500" cy="14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Compiled by Yusuf Abu-safyan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https://github.com/Sufyan-codes/FlexiSaf-Internship.git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ctrTitle"/>
          </p:nvPr>
        </p:nvSpPr>
        <p:spPr>
          <a:xfrm>
            <a:off x="471299" y="323300"/>
            <a:ext cx="6069460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What is </a:t>
            </a:r>
            <a:r>
              <a:rPr lang="en" dirty="0" smtClean="0"/>
              <a:t>Testing in </a:t>
            </a:r>
            <a:r>
              <a:rPr lang="en" dirty="0" smtClean="0"/>
              <a:t>React?</a:t>
            </a:r>
            <a:endParaRPr dirty="0"/>
          </a:p>
        </p:txBody>
      </p:sp>
      <p:sp>
        <p:nvSpPr>
          <p:cNvPr id="284" name="Google Shape;284;p14"/>
          <p:cNvSpPr txBox="1"/>
          <p:nvPr/>
        </p:nvSpPr>
        <p:spPr>
          <a:xfrm>
            <a:off x="558450" y="1131500"/>
            <a:ext cx="80091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>
                <a:solidFill>
                  <a:schemeClr val="bg1"/>
                </a:solidFill>
              </a:rPr>
              <a:t>Testing in React (or any software) is the process of verifying that your code works as expected — that components render correctly, handle data properly, and respond to user actions without breaking. It helps catch bugs early, ensures reliability, and builds confidence when making changes.</a:t>
            </a:r>
            <a:endParaRPr sz="1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618727" y="444623"/>
            <a:ext cx="558613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Types of Testing in React</a:t>
            </a:r>
            <a:endParaRPr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51789" y="123981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1. Unit Testing</a:t>
            </a:r>
          </a:p>
          <a:p>
            <a:r>
              <a:rPr lang="en-US" b="1" dirty="0"/>
              <a:t>Definition:</a:t>
            </a:r>
            <a:r>
              <a:rPr lang="en-US" dirty="0"/>
              <a:t> Tests individual components or functions in isolation.</a:t>
            </a:r>
          </a:p>
          <a:p>
            <a:r>
              <a:rPr lang="en-US" b="1" dirty="0"/>
              <a:t>Purpose:</a:t>
            </a:r>
            <a:r>
              <a:rPr lang="en-US" dirty="0"/>
              <a:t> Ensure each part works correctly on its own.</a:t>
            </a:r>
          </a:p>
          <a:p>
            <a:r>
              <a:rPr lang="en-US" b="1" dirty="0"/>
              <a:t>Example:</a:t>
            </a:r>
            <a:r>
              <a:rPr lang="en-US" dirty="0"/>
              <a:t> Testing if a &lt;Button /&gt; displays the right label.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823998" y="453954"/>
            <a:ext cx="8320002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endParaRPr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70450" y="154772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2. Integration Testing</a:t>
            </a:r>
          </a:p>
          <a:p>
            <a:r>
              <a:rPr lang="en-US" b="1" dirty="0"/>
              <a:t>Definition:</a:t>
            </a:r>
            <a:r>
              <a:rPr lang="en-US" dirty="0"/>
              <a:t> Tests how multiple components interact together.</a:t>
            </a:r>
          </a:p>
          <a:p>
            <a:r>
              <a:rPr lang="en-US" b="1" dirty="0"/>
              <a:t>Purpose:</a:t>
            </a:r>
            <a:r>
              <a:rPr lang="en-US" dirty="0"/>
              <a:t> Verify that combined parts of the app work properly as a group.</a:t>
            </a:r>
          </a:p>
          <a:p>
            <a:r>
              <a:rPr lang="en-US" b="1" dirty="0"/>
              <a:t>Example:</a:t>
            </a:r>
            <a:r>
              <a:rPr lang="en-US" dirty="0"/>
              <a:t> Testing if a &lt;</a:t>
            </a:r>
            <a:r>
              <a:rPr lang="en-US" dirty="0" err="1"/>
              <a:t>LoginForm</a:t>
            </a:r>
            <a:r>
              <a:rPr lang="en-US" dirty="0"/>
              <a:t> /&gt; correctly updates state and triggers navigation after submission.</a:t>
            </a:r>
          </a:p>
        </p:txBody>
      </p:sp>
    </p:spTree>
    <p:extLst>
      <p:ext uri="{BB962C8B-B14F-4D97-AF65-F5344CB8AC3E}">
        <p14:creationId xmlns:p14="http://schemas.microsoft.com/office/powerpoint/2010/main" val="152020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ctrTitle"/>
          </p:nvPr>
        </p:nvSpPr>
        <p:spPr>
          <a:xfrm>
            <a:off x="823999" y="352700"/>
            <a:ext cx="7909454" cy="10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endParaRPr lang="en-US" dirty="0"/>
          </a:p>
        </p:txBody>
      </p:sp>
      <p:sp>
        <p:nvSpPr>
          <p:cNvPr id="296" name="Google Shape;296;p16"/>
          <p:cNvSpPr txBox="1">
            <a:spLocks noGrp="1"/>
          </p:cNvSpPr>
          <p:nvPr>
            <p:ph type="subTitle" idx="1"/>
          </p:nvPr>
        </p:nvSpPr>
        <p:spPr>
          <a:xfrm>
            <a:off x="824000" y="1203649"/>
            <a:ext cx="7508400" cy="3629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3. End-to-End (E2E) Testing</a:t>
            </a:r>
          </a:p>
          <a:p>
            <a:r>
              <a:rPr lang="en-US" b="1" dirty="0"/>
              <a:t>Definition:</a:t>
            </a:r>
            <a:r>
              <a:rPr lang="en-US" dirty="0"/>
              <a:t> Tests the entire application from the user’s point of view in a browser.</a:t>
            </a:r>
          </a:p>
          <a:p>
            <a:r>
              <a:rPr lang="en-US" b="1" dirty="0"/>
              <a:t>Purpose:</a:t>
            </a:r>
            <a:r>
              <a:rPr lang="en-US" dirty="0"/>
              <a:t> Make sure real-world user flows (like login, checkout, etc.) work as expected.</a:t>
            </a:r>
          </a:p>
          <a:p>
            <a:r>
              <a:rPr lang="en-US" b="1" dirty="0"/>
              <a:t>Example:</a:t>
            </a:r>
            <a:r>
              <a:rPr lang="en-US" dirty="0"/>
              <a:t> Opening the app, typing credentials, and verifying a successful login message.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>
            <a:spLocks noGrp="1"/>
          </p:cNvSpPr>
          <p:nvPr>
            <p:ph type="ctrTitle"/>
          </p:nvPr>
        </p:nvSpPr>
        <p:spPr>
          <a:xfrm>
            <a:off x="803945" y="708584"/>
            <a:ext cx="4822414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Thanks for reading</a:t>
            </a:r>
            <a:endParaRPr dirty="0"/>
          </a:p>
        </p:txBody>
      </p:sp>
      <p:sp>
        <p:nvSpPr>
          <p:cNvPr id="3" name="Google Shape;309;p18"/>
          <p:cNvSpPr txBox="1">
            <a:spLocks noGrp="1"/>
          </p:cNvSpPr>
          <p:nvPr>
            <p:ph type="subTitle" idx="1"/>
          </p:nvPr>
        </p:nvSpPr>
        <p:spPr>
          <a:xfrm>
            <a:off x="823999" y="1748725"/>
            <a:ext cx="7274971" cy="2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759697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222</Words>
  <Application>Microsoft Office PowerPoint</Application>
  <PresentationFormat>On-screen Show (16:9)</PresentationFormat>
  <Paragraphs>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Nunito</vt:lpstr>
      <vt:lpstr>Maven Pro</vt:lpstr>
      <vt:lpstr>Montserrat</vt:lpstr>
      <vt:lpstr>Momentum</vt:lpstr>
      <vt:lpstr>Advanced Frontend Development React Test Task 6</vt:lpstr>
      <vt:lpstr>What is Testing in React?</vt:lpstr>
      <vt:lpstr>Types of Testing in React</vt:lpstr>
      <vt:lpstr>PowerPoint Presentation</vt:lpstr>
      <vt:lpstr>PowerPoint Presentation</vt:lpstr>
      <vt:lpstr>Thanks for reading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Frontend Development ES6 Features Task 1</dc:title>
  <cp:lastModifiedBy>Abu-sufyan</cp:lastModifiedBy>
  <cp:revision>23</cp:revision>
  <dcterms:modified xsi:type="dcterms:W3CDTF">2025-11-10T08:40:52Z</dcterms:modified>
</cp:coreProperties>
</file>