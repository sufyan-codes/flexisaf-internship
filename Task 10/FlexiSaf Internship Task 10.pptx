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59" r:id="rId6"/>
    <p:sldId id="260" r:id="rId7"/>
    <p:sldId id="263" r:id="rId8"/>
  </p:sldIdLst>
  <p:sldSz cx="9144000" cy="5143500" type="screen16x9"/>
  <p:notesSz cx="6858000" cy="9144000"/>
  <p:embeddedFontLst>
    <p:embeddedFont>
      <p:font typeface="Montserrat" charset="0"/>
      <p:regular r:id="rId10"/>
      <p:bold r:id="rId11"/>
      <p:italic r:id="rId12"/>
      <p:boldItalic r:id="rId13"/>
    </p:embeddedFont>
    <p:embeddedFont>
      <p:font typeface="Nunito" charset="0"/>
      <p:regular r:id="rId14"/>
      <p:bold r:id="rId15"/>
      <p:italic r:id="rId16"/>
      <p:boldItalic r:id="rId17"/>
    </p:embeddedFont>
    <p:embeddedFont>
      <p:font typeface="Maven Pro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87887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5e08b19311e0ba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5e08b19311e0ba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e08b19311e0ba5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5e08b19311e0ba5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5e08b19311e0ba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5e08b19311e0ba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e08b19311e0ba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e08b19311e0ba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265568" y="1202350"/>
            <a:ext cx="8731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"/>
                <a:ea typeface="Montserrat"/>
                <a:cs typeface="Montserrat"/>
                <a:sym typeface="Montserrat"/>
              </a:rPr>
              <a:t>Advanced Frontend Development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 smtClean="0">
                <a:latin typeface="Montserrat"/>
                <a:ea typeface="Montserrat"/>
                <a:cs typeface="Montserrat"/>
                <a:sym typeface="Montserrat"/>
              </a:rPr>
              <a:t>React Router Deployment </a:t>
            </a:r>
            <a:r>
              <a:rPr lang="en" b="0" dirty="0" smtClean="0">
                <a:latin typeface="Montserrat"/>
                <a:ea typeface="Montserrat"/>
                <a:cs typeface="Montserrat"/>
                <a:sym typeface="Montserrat"/>
              </a:rPr>
              <a:t>Task 10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427200" y="3075250"/>
            <a:ext cx="4255500" cy="14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Compiled by Yusuf Abu-safyan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https://github.com/Sufyan-codes/FlexiSaf-Internship.git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ctrTitle"/>
          </p:nvPr>
        </p:nvSpPr>
        <p:spPr>
          <a:xfrm>
            <a:off x="471299" y="323300"/>
            <a:ext cx="6069460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What is </a:t>
            </a:r>
            <a:r>
              <a:rPr lang="en" dirty="0" smtClean="0"/>
              <a:t>React Router?</a:t>
            </a:r>
            <a:endParaRPr dirty="0"/>
          </a:p>
        </p:txBody>
      </p:sp>
      <p:sp>
        <p:nvSpPr>
          <p:cNvPr id="284" name="Google Shape;284;p14"/>
          <p:cNvSpPr txBox="1"/>
          <p:nvPr/>
        </p:nvSpPr>
        <p:spPr>
          <a:xfrm>
            <a:off x="558450" y="1131500"/>
            <a:ext cx="80091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</a:rPr>
              <a:t>React Router is </a:t>
            </a:r>
            <a:r>
              <a:rPr lang="en-US" sz="2000" dirty="0">
                <a:solidFill>
                  <a:schemeClr val="bg1"/>
                </a:solidFill>
              </a:rPr>
              <a:t>the </a:t>
            </a:r>
            <a:r>
              <a:rPr lang="en-US" sz="2000" b="1" dirty="0">
                <a:solidFill>
                  <a:schemeClr val="bg1"/>
                </a:solidFill>
              </a:rPr>
              <a:t>standard library for routing in React applications</a:t>
            </a:r>
            <a:r>
              <a:rPr lang="en-US" sz="2000" dirty="0">
                <a:solidFill>
                  <a:schemeClr val="bg1"/>
                </a:solidFill>
              </a:rPr>
              <a:t>, which enables navigation between different components/views without requiring a full page reload. It is essential for building fast, seamless, and scalable single-page applications (SPAs). </a:t>
            </a:r>
            <a:endParaRPr sz="20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618727" y="444623"/>
            <a:ext cx="558613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dirty="0"/>
              <a:t>Key Features</a:t>
            </a:r>
            <a:endParaRPr lang="en-US"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51789" y="123981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 smtClean="0"/>
              <a:t>Client-Side </a:t>
            </a:r>
            <a:r>
              <a:rPr lang="en-US" b="1" dirty="0"/>
              <a:t>Routing</a:t>
            </a:r>
            <a:r>
              <a:rPr lang="en-US" dirty="0"/>
              <a:t>: It manages navigation entirely on the client side, resulting in faster page transitions and a smoother, app-like user experience.</a:t>
            </a:r>
          </a:p>
          <a:p>
            <a:r>
              <a:rPr lang="en-US" b="1" dirty="0"/>
              <a:t>Declarative &amp; Component-Based</a:t>
            </a:r>
            <a:r>
              <a:rPr lang="en-US" dirty="0"/>
              <a:t>: Routes are defined using a simple, declarative JSX syntax, blending naturally with your UI code.</a:t>
            </a:r>
          </a:p>
          <a:p>
            <a:r>
              <a:rPr lang="en-US" b="1" dirty="0"/>
              <a:t>Nested Routes and Layouts</a:t>
            </a:r>
            <a:r>
              <a:rPr lang="en-US" dirty="0"/>
              <a:t>: Supports complex UI structures where segments of the URL map to a hierarchy of components, allowing parent and child components to render in tandem using the &lt;Outlet /&gt; component.</a:t>
            </a:r>
          </a:p>
          <a:p>
            <a:r>
              <a:rPr lang="en-US" b="1" dirty="0"/>
              <a:t>Dynamic Routing</a:t>
            </a:r>
            <a:r>
              <a:rPr lang="en-US" dirty="0"/>
              <a:t>: Allows for dynamic URL segments (e.g., /user/:id) to create flexible routes and access parameters via hooks like </a:t>
            </a:r>
            <a:r>
              <a:rPr lang="en-US" dirty="0" err="1"/>
              <a:t>useParams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823998" y="453954"/>
            <a:ext cx="8320002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endParaRPr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70450" y="154772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Programmatic Navigation</a:t>
            </a:r>
            <a:r>
              <a:rPr lang="en-US" dirty="0"/>
              <a:t>: Provides hooks like </a:t>
            </a:r>
            <a:r>
              <a:rPr lang="en-US" dirty="0" err="1"/>
              <a:t>useNavigate</a:t>
            </a:r>
            <a:r>
              <a:rPr lang="en-US" dirty="0"/>
              <a:t> for handling redirections and navigation based on application logic (e.g., after form submission or successful login).</a:t>
            </a:r>
          </a:p>
          <a:p>
            <a:r>
              <a:rPr lang="en-US" b="1" dirty="0"/>
              <a:t>Data Handling (Loaders and Actions)</a:t>
            </a:r>
            <a:r>
              <a:rPr lang="en-US" dirty="0"/>
              <a:t>: In its "framework mode", React Router v7 introduces built-in loader and action functions to manage data fetching and mutations (e.g., form submissions) directly within route definitions, automatically handling data revalidation and race conditions.</a:t>
            </a:r>
          </a:p>
          <a:p>
            <a:r>
              <a:rPr lang="en-US" b="1" dirty="0"/>
              <a:t>Error Handling</a:t>
            </a:r>
            <a:r>
              <a:rPr lang="en-US" dirty="0"/>
              <a:t>: Catches errors thrown during rendering, data loading, or updating, allowing for granular, route-level error boundaries. </a:t>
            </a:r>
          </a:p>
        </p:txBody>
      </p:sp>
    </p:spTree>
    <p:extLst>
      <p:ext uri="{BB962C8B-B14F-4D97-AF65-F5344CB8AC3E}">
        <p14:creationId xmlns:p14="http://schemas.microsoft.com/office/powerpoint/2010/main" val="152020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ctrTitle"/>
          </p:nvPr>
        </p:nvSpPr>
        <p:spPr>
          <a:xfrm>
            <a:off x="823999" y="352700"/>
            <a:ext cx="7909454" cy="10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dirty="0"/>
              <a:t>Core Components and Hooks</a:t>
            </a:r>
            <a:endParaRPr lang="en-US" dirty="0"/>
          </a:p>
        </p:txBody>
      </p:sp>
      <p:sp>
        <p:nvSpPr>
          <p:cNvPr id="296" name="Google Shape;296;p16"/>
          <p:cNvSpPr txBox="1">
            <a:spLocks noGrp="1"/>
          </p:cNvSpPr>
          <p:nvPr>
            <p:ph type="subTitle" idx="1"/>
          </p:nvPr>
        </p:nvSpPr>
        <p:spPr>
          <a:xfrm>
            <a:off x="824000" y="1203649"/>
            <a:ext cx="7508400" cy="3629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&lt;</a:t>
            </a:r>
            <a:r>
              <a:rPr lang="en-US" dirty="0" err="1"/>
              <a:t>BrowserRouter</a:t>
            </a:r>
            <a:r>
              <a:rPr lang="en-US" dirty="0"/>
              <a:t>&gt;The parent component that wraps the entire application to enable routing functionality and keep the UI in sync with the URL</a:t>
            </a:r>
            <a:r>
              <a:rPr lang="en-US" dirty="0" smtClean="0"/>
              <a:t>.</a:t>
            </a:r>
          </a:p>
          <a:p>
            <a:r>
              <a:rPr lang="en-US" dirty="0" smtClean="0"/>
              <a:t>&lt;</a:t>
            </a:r>
            <a:r>
              <a:rPr lang="en-US" dirty="0"/>
              <a:t>Routes&gt;A container that holds all the individual </a:t>
            </a:r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/>
              <a:t>Route&gt; definitions and ensures only one matching route is rendered at a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&lt;</a:t>
            </a:r>
            <a:r>
              <a:rPr lang="en-US" dirty="0"/>
              <a:t>Route&gt;Defines a mapping between a specific path (URL) and a React element (component) to render when the path matches.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>
            <a:spLocks noGrp="1"/>
          </p:cNvSpPr>
          <p:nvPr>
            <p:ph type="ctrTitle"/>
          </p:nvPr>
        </p:nvSpPr>
        <p:spPr>
          <a:xfrm>
            <a:off x="824000" y="-12"/>
            <a:ext cx="725631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endParaRPr lang="en-US" dirty="0"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1"/>
          </p:nvPr>
        </p:nvSpPr>
        <p:spPr>
          <a:xfrm>
            <a:off x="824000" y="1513649"/>
            <a:ext cx="7728900" cy="3403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&lt;Link&gt; / &lt;</a:t>
            </a:r>
            <a:r>
              <a:rPr lang="en-US" dirty="0" err="1"/>
              <a:t>NavLink</a:t>
            </a:r>
            <a:r>
              <a:rPr lang="en-US" dirty="0"/>
              <a:t>&gt;Used for navigation. They prevent default browser page reloads (unlike &lt;a&gt; tags) and provide smooth transitions</a:t>
            </a:r>
            <a:r>
              <a:rPr lang="en-US" dirty="0" smtClean="0"/>
              <a:t>.</a:t>
            </a:r>
          </a:p>
          <a:p>
            <a:r>
              <a:rPr lang="en-US" dirty="0"/>
              <a:t> &lt;</a:t>
            </a:r>
            <a:r>
              <a:rPr lang="en-US" dirty="0" err="1"/>
              <a:t>NavLink</a:t>
            </a:r>
            <a:r>
              <a:rPr lang="en-US" dirty="0"/>
              <a:t>&gt; offers active styling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&lt;</a:t>
            </a:r>
            <a:r>
              <a:rPr lang="en-US" dirty="0"/>
              <a:t>Outlet&gt;A placeholder component used in parent routes to specify where the child routes' components should be rendered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useParamsA</a:t>
            </a:r>
            <a:r>
              <a:rPr lang="en-US" dirty="0" smtClean="0"/>
              <a:t> </a:t>
            </a:r>
            <a:r>
              <a:rPr lang="en-US" dirty="0"/>
              <a:t>hook to access dynamic parameters from the current </a:t>
            </a:r>
            <a:r>
              <a:rPr lang="en-US" dirty="0" err="1"/>
              <a:t>URL.useNavigateA</a:t>
            </a:r>
            <a:r>
              <a:rPr lang="en-US" dirty="0"/>
              <a:t> hook that returns a function for programmatic navigation.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>
            <a:spLocks noGrp="1"/>
          </p:cNvSpPr>
          <p:nvPr>
            <p:ph type="ctrTitle"/>
          </p:nvPr>
        </p:nvSpPr>
        <p:spPr>
          <a:xfrm>
            <a:off x="803945" y="708584"/>
            <a:ext cx="4822414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Thanks for reading</a:t>
            </a:r>
            <a:endParaRPr dirty="0"/>
          </a:p>
        </p:txBody>
      </p:sp>
      <p:sp>
        <p:nvSpPr>
          <p:cNvPr id="3" name="Google Shape;309;p18"/>
          <p:cNvSpPr txBox="1">
            <a:spLocks noGrp="1"/>
          </p:cNvSpPr>
          <p:nvPr>
            <p:ph type="subTitle" idx="1"/>
          </p:nvPr>
        </p:nvSpPr>
        <p:spPr>
          <a:xfrm>
            <a:off x="823999" y="1748725"/>
            <a:ext cx="7274971" cy="2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759697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150</Words>
  <Application>Microsoft Office PowerPoint</Application>
  <PresentationFormat>On-screen Show (16:9)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Montserrat</vt:lpstr>
      <vt:lpstr>Nunito</vt:lpstr>
      <vt:lpstr>Maven Pro</vt:lpstr>
      <vt:lpstr>Momentum</vt:lpstr>
      <vt:lpstr>Advanced Frontend Development React Router Deployment Task 10</vt:lpstr>
      <vt:lpstr>What is React Router?</vt:lpstr>
      <vt:lpstr>Key Features</vt:lpstr>
      <vt:lpstr>PowerPoint Presentation</vt:lpstr>
      <vt:lpstr>Core Components and Hooks</vt:lpstr>
      <vt:lpstr>PowerPoint Presentation</vt:lpstr>
      <vt:lpstr>Thanks for reading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Frontend Development ES6 Features Task 1</dc:title>
  <cp:lastModifiedBy>Abu-sufyan</cp:lastModifiedBy>
  <cp:revision>24</cp:revision>
  <dcterms:modified xsi:type="dcterms:W3CDTF">2025-11-10T07:50:51Z</dcterms:modified>
</cp:coreProperties>
</file>