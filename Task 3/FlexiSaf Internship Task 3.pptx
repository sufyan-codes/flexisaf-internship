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embeddedFontLst>
    <p:embeddedFont>
      <p:font typeface="Nunito" charset="0"/>
      <p:regular r:id="rId12"/>
      <p:bold r:id="rId13"/>
      <p:italic r:id="rId14"/>
      <p:boldItalic r:id="rId15"/>
    </p:embeddedFon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Montserrat" charset="0"/>
      <p:regular r:id="rId20"/>
      <p:bold r:id="rId21"/>
      <p:italic r:id="rId22"/>
      <p:boldItalic r:id="rId23"/>
    </p:embeddedFont>
    <p:embeddedFont>
      <p:font typeface="Maven Pro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-456" y="2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87887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5e08b19311e0ba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5e08b19311e0ba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e08b19311e0ba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e08b19311e0ba5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e08b19311e0ba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e08b19311e0ba5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e08b19311e0ba5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5e08b19311e0ba5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5e08b19311e0ba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5e08b19311e0ba5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5e08b19311e0ba5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5e08b19311e0ba5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5e08b19311e0ba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5e08b19311e0ba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5e08b19311e0ba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5e08b19311e0ba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265568" y="1202350"/>
            <a:ext cx="8731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Montserrat"/>
                <a:ea typeface="Montserrat"/>
                <a:cs typeface="Montserrat"/>
                <a:sym typeface="Montserrat"/>
              </a:rPr>
              <a:t>Advanced Frontend Development</a:t>
            </a:r>
            <a:endParaRPr b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 smtClean="0">
                <a:latin typeface="Montserrat"/>
                <a:ea typeface="Montserrat"/>
                <a:cs typeface="Montserrat"/>
                <a:sym typeface="Montserrat"/>
              </a:rPr>
              <a:t>React Basics</a:t>
            </a:r>
            <a:endParaRPr b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Montserrat"/>
                <a:ea typeface="Montserrat"/>
                <a:cs typeface="Montserrat"/>
                <a:sym typeface="Montserrat"/>
              </a:rPr>
              <a:t>Task </a:t>
            </a:r>
            <a:r>
              <a:rPr lang="en" b="0" dirty="0"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427200" y="3075250"/>
            <a:ext cx="4255500" cy="14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Compiled by Yusuf Abu-safyan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https://github.com/Sufyan-codes/FlexiSaf-Internship.git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ctrTitle"/>
          </p:nvPr>
        </p:nvSpPr>
        <p:spPr>
          <a:xfrm>
            <a:off x="471299" y="323300"/>
            <a:ext cx="3718146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What is React?</a:t>
            </a:r>
            <a:endParaRPr dirty="0"/>
          </a:p>
        </p:txBody>
      </p:sp>
      <p:sp>
        <p:nvSpPr>
          <p:cNvPr id="284" name="Google Shape;284;p14"/>
          <p:cNvSpPr txBox="1"/>
          <p:nvPr/>
        </p:nvSpPr>
        <p:spPr>
          <a:xfrm>
            <a:off x="558450" y="1131500"/>
            <a:ext cx="8009100" cy="3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 smtClean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React is </a:t>
            </a:r>
            <a:r>
              <a:rPr lang="en-US" sz="16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 JavaScript library for </a:t>
            </a:r>
            <a:r>
              <a:rPr lang="en-US" sz="1600" dirty="0" smtClean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building user </a:t>
            </a:r>
            <a:r>
              <a:rPr lang="en-US" sz="16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interfaces. It is the view layer for web applications</a:t>
            </a:r>
            <a:r>
              <a:rPr lang="en-US" sz="1600" dirty="0" smtClean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lvl="0"/>
            <a:r>
              <a:rPr lang="en-US" sz="16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React is </a:t>
            </a:r>
            <a:r>
              <a:rPr lang="en-US" sz="1600" dirty="0" smtClean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one </a:t>
            </a:r>
            <a:r>
              <a:rPr lang="en-US" sz="16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of the best choices for building modern web </a:t>
            </a:r>
            <a:r>
              <a:rPr lang="en-US" sz="1600" dirty="0" smtClean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applications. </a:t>
            </a:r>
            <a:r>
              <a:rPr lang="en-US" sz="16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It </a:t>
            </a:r>
            <a:r>
              <a:rPr lang="en-US" sz="1600" dirty="0" smtClean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only delivers </a:t>
            </a:r>
            <a:r>
              <a:rPr lang="en-US" sz="16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the view layer, but the React ecosystem is a whole flexible and interchangeable framework34.</a:t>
            </a:r>
          </a:p>
          <a:p>
            <a:pPr lvl="0"/>
            <a:r>
              <a:rPr lang="en-US" sz="16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React has a slim API, an amazing ecosystem and a great community.</a:t>
            </a:r>
            <a:endParaRPr sz="16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ctrTitle"/>
          </p:nvPr>
        </p:nvSpPr>
        <p:spPr>
          <a:xfrm>
            <a:off x="618727" y="444623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State</a:t>
            </a:r>
            <a:endParaRPr dirty="0"/>
          </a:p>
        </p:txBody>
      </p:sp>
      <p:sp>
        <p:nvSpPr>
          <p:cNvPr id="290" name="Google Shape;290;p15"/>
          <p:cNvSpPr txBox="1">
            <a:spLocks noGrp="1"/>
          </p:cNvSpPr>
          <p:nvPr>
            <p:ph type="subTitle" idx="1"/>
          </p:nvPr>
        </p:nvSpPr>
        <p:spPr>
          <a:xfrm>
            <a:off x="551789" y="1239815"/>
            <a:ext cx="7601100" cy="3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endParaRPr lang="en-US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/>
            <a:r>
              <a:rPr lang="en-US" dirty="0" smtClean="0">
                <a:latin typeface="Montserrat"/>
                <a:ea typeface="Montserrat"/>
                <a:cs typeface="Montserrat"/>
                <a:sym typeface="Montserrat"/>
              </a:rPr>
              <a:t>State 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in React components is essential to manage and communicate data in your application. It is represented as a</a:t>
            </a:r>
          </a:p>
          <a:p>
            <a:pPr marL="0" lvl="0" indent="0"/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JavaScript object and has component level scope, it can be thought of as the private data of your component</a:t>
            </a:r>
            <a:endParaRPr lang="en-US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 smtClean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Montserrat"/>
                <a:ea typeface="Montserrat"/>
                <a:cs typeface="Montserrat"/>
                <a:sym typeface="Montserrat"/>
              </a:rPr>
              <a:t>Syntax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 smtClean="0"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/>
            <a:r>
              <a:rPr lang="en-US" dirty="0"/>
              <a:t>import React from "react</a:t>
            </a:r>
            <a:r>
              <a:rPr lang="en-US" dirty="0" smtClean="0"/>
              <a:t>"; // importing state from react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 err="1"/>
              <a:t>const</a:t>
            </a:r>
            <a:r>
              <a:rPr lang="en-US" dirty="0"/>
              <a:t> [error, </a:t>
            </a:r>
            <a:r>
              <a:rPr lang="en-US" dirty="0" err="1"/>
              <a:t>setError</a:t>
            </a:r>
            <a:r>
              <a:rPr lang="en-US" dirty="0"/>
              <a:t>] = </a:t>
            </a:r>
            <a:r>
              <a:rPr lang="en-US" dirty="0" err="1"/>
              <a:t>React.useState</a:t>
            </a:r>
            <a:r>
              <a:rPr lang="en-US" dirty="0"/>
              <a:t>(null</a:t>
            </a:r>
            <a:r>
              <a:rPr lang="en-US" dirty="0" smtClean="0"/>
              <a:t>); // an example of state definition </a:t>
            </a:r>
          </a:p>
          <a:p>
            <a:pPr marL="0" indent="0"/>
            <a:endParaRPr lang="en-US" dirty="0"/>
          </a:p>
          <a:p>
            <a:pPr marL="0" indent="0"/>
            <a:endParaRPr lang="en-US" dirty="0"/>
          </a:p>
          <a:p>
            <a:pPr marL="0" indent="0"/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 smtClean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/>
            <a:endParaRPr lang="en-US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ctrTitle"/>
          </p:nvPr>
        </p:nvSpPr>
        <p:spPr>
          <a:xfrm>
            <a:off x="824000" y="453954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Props</a:t>
            </a:r>
            <a:endParaRPr dirty="0"/>
          </a:p>
        </p:txBody>
      </p:sp>
      <p:sp>
        <p:nvSpPr>
          <p:cNvPr id="290" name="Google Shape;290;p15"/>
          <p:cNvSpPr txBox="1">
            <a:spLocks noGrp="1"/>
          </p:cNvSpPr>
          <p:nvPr>
            <p:ph type="subTitle" idx="1"/>
          </p:nvPr>
        </p:nvSpPr>
        <p:spPr>
          <a:xfrm>
            <a:off x="570450" y="1547725"/>
            <a:ext cx="7601100" cy="3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 smtClean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Montserrat"/>
                <a:ea typeface="Montserrat"/>
                <a:cs typeface="Montserrat"/>
                <a:sym typeface="Montserrat"/>
              </a:rPr>
              <a:t>Props:</a:t>
            </a:r>
          </a:p>
          <a:p>
            <a:pPr marL="0" lvl="0" indent="0"/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props are used to pass data and methods from a parent component to a child component</a:t>
            </a:r>
            <a:r>
              <a:rPr lang="en-US" dirty="0" smtClean="0"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/>
            <a:r>
              <a:rPr lang="en-US" dirty="0" smtClean="0">
                <a:latin typeface="Montserrat"/>
                <a:ea typeface="Montserrat"/>
                <a:cs typeface="Montserrat"/>
                <a:sym typeface="Montserrat"/>
              </a:rPr>
              <a:t>Props are immutable and allow 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us to create reusable components</a:t>
            </a:r>
            <a:r>
              <a:rPr lang="en-US" dirty="0" smtClean="0"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/>
            <a:endParaRPr lang="en-US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/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Syntax</a:t>
            </a:r>
          </a:p>
          <a:p>
            <a:pPr marL="0" lvl="0" indent="0"/>
            <a:endParaRPr lang="en-US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/>
            <a:r>
              <a:rPr lang="en-US" dirty="0"/>
              <a:t>import React from "react"; // importing state from react</a:t>
            </a:r>
          </a:p>
          <a:p>
            <a:pPr marL="0" lvl="0" indent="0"/>
            <a:endParaRPr lang="en-US" dirty="0" smtClean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/>
            <a:r>
              <a:rPr lang="en-US" dirty="0" smtClean="0">
                <a:latin typeface="Montserrat"/>
                <a:ea typeface="Montserrat"/>
                <a:cs typeface="Montserrat"/>
                <a:sym typeface="Montserrat"/>
              </a:rPr>
              <a:t>&lt;Component item = {data} /&gt; // data passed down</a:t>
            </a:r>
          </a:p>
          <a:p>
            <a:pPr marL="0" lvl="0" indent="0"/>
            <a:endParaRPr lang="en-US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52020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>
            <a:spLocks noGrp="1"/>
          </p:cNvSpPr>
          <p:nvPr>
            <p:ph type="ctrTitle"/>
          </p:nvPr>
        </p:nvSpPr>
        <p:spPr>
          <a:xfrm>
            <a:off x="824000" y="352700"/>
            <a:ext cx="3747900" cy="10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Jsx</a:t>
            </a:r>
            <a:endParaRPr dirty="0"/>
          </a:p>
        </p:txBody>
      </p:sp>
      <p:sp>
        <p:nvSpPr>
          <p:cNvPr id="296" name="Google Shape;296;p16"/>
          <p:cNvSpPr txBox="1">
            <a:spLocks noGrp="1"/>
          </p:cNvSpPr>
          <p:nvPr>
            <p:ph type="subTitle" idx="1"/>
          </p:nvPr>
        </p:nvSpPr>
        <p:spPr>
          <a:xfrm>
            <a:off x="824000" y="1637375"/>
            <a:ext cx="7508400" cy="25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-US" dirty="0"/>
              <a:t>React JSX is an extension to JavaScript. It </a:t>
            </a:r>
            <a:r>
              <a:rPr lang="en-US" dirty="0" smtClean="0"/>
              <a:t>enables the </a:t>
            </a:r>
            <a:r>
              <a:rPr lang="en-US" dirty="0"/>
              <a:t>developer to</a:t>
            </a:r>
          </a:p>
          <a:p>
            <a:pPr marL="0" lvl="0" indent="0"/>
            <a:r>
              <a:rPr lang="en-US" dirty="0"/>
              <a:t>create virtual DOM using XML syntax. It compiles down to pure JavaScript</a:t>
            </a:r>
          </a:p>
          <a:p>
            <a:pPr marL="0" lvl="0" indent="0"/>
            <a:r>
              <a:rPr lang="en-US" dirty="0" smtClean="0"/>
              <a:t>Since </a:t>
            </a:r>
            <a:r>
              <a:rPr lang="en-US" dirty="0"/>
              <a:t>it compiles to JavaScript, it can be used </a:t>
            </a:r>
            <a:r>
              <a:rPr lang="en-US" dirty="0" smtClean="0"/>
              <a:t>inside any </a:t>
            </a:r>
            <a:r>
              <a:rPr lang="en-US" dirty="0"/>
              <a:t>valid JavaScript code.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>
            <a:spLocks noGrp="1"/>
          </p:cNvSpPr>
          <p:nvPr>
            <p:ph type="ctrTitle"/>
          </p:nvPr>
        </p:nvSpPr>
        <p:spPr>
          <a:xfrm>
            <a:off x="824000" y="-12"/>
            <a:ext cx="5063616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Components</a:t>
            </a:r>
            <a:endParaRPr dirty="0"/>
          </a:p>
        </p:txBody>
      </p:sp>
      <p:sp>
        <p:nvSpPr>
          <p:cNvPr id="303" name="Google Shape;303;p17"/>
          <p:cNvSpPr txBox="1">
            <a:spLocks noGrp="1"/>
          </p:cNvSpPr>
          <p:nvPr>
            <p:ph type="subTitle" idx="1"/>
          </p:nvPr>
        </p:nvSpPr>
        <p:spPr>
          <a:xfrm>
            <a:off x="824000" y="1513649"/>
            <a:ext cx="7728900" cy="34035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/>
            <a:r>
              <a:rPr lang="en-US" dirty="0"/>
              <a:t>A React component represents a small chunk of user interface in a webpage. The </a:t>
            </a:r>
            <a:r>
              <a:rPr lang="en-US" dirty="0" smtClean="0"/>
              <a:t>primary job </a:t>
            </a:r>
            <a:r>
              <a:rPr lang="en-US" dirty="0"/>
              <a:t>of a React component is to render its user interface and update it whenever its </a:t>
            </a:r>
            <a:r>
              <a:rPr lang="en-US" dirty="0" smtClean="0"/>
              <a:t>internal state </a:t>
            </a:r>
            <a:r>
              <a:rPr lang="en-US" dirty="0"/>
              <a:t>is </a:t>
            </a:r>
            <a:r>
              <a:rPr lang="en-US" dirty="0" smtClean="0"/>
              <a:t>changed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dirty="0" smtClean="0"/>
              <a:t>Functional Components</a:t>
            </a:r>
          </a:p>
          <a:p>
            <a:pPr marL="0" lvl="0" indent="0"/>
            <a:r>
              <a:rPr lang="en-US" dirty="0"/>
              <a:t>These are simple JavaScript functions that take props as input and return JSX elements. They are often used for presentational or stateless components</a:t>
            </a:r>
            <a:r>
              <a:rPr lang="en-US" dirty="0" smtClean="0"/>
              <a:t>.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dirty="0"/>
              <a:t>Class </a:t>
            </a:r>
            <a:r>
              <a:rPr lang="en-US" dirty="0" smtClean="0"/>
              <a:t>Components</a:t>
            </a:r>
          </a:p>
          <a:p>
            <a:pPr marL="0" lvl="0" indent="0"/>
            <a:r>
              <a:rPr lang="en-US" dirty="0" smtClean="0"/>
              <a:t>These </a:t>
            </a:r>
            <a:r>
              <a:rPr lang="en-US" dirty="0"/>
              <a:t>are ES6 classes that extend from </a:t>
            </a:r>
            <a:r>
              <a:rPr lang="en-US" dirty="0" err="1"/>
              <a:t>React.Component</a:t>
            </a:r>
            <a:r>
              <a:rPr lang="en-US" dirty="0"/>
              <a:t> or </a:t>
            </a:r>
            <a:r>
              <a:rPr lang="en-US" dirty="0" err="1"/>
              <a:t>React.PureComponent</a:t>
            </a:r>
            <a:r>
              <a:rPr lang="en-US" dirty="0"/>
              <a:t>. They have a </a:t>
            </a:r>
            <a:r>
              <a:rPr lang="en-US" dirty="0"/>
              <a:t>render()</a:t>
            </a:r>
            <a:r>
              <a:rPr lang="en-US" dirty="0"/>
              <a:t> method where you define the structure of your component's UI using JSX. Class components are used for components that need to manage state or have lifecycle methods.</a:t>
            </a:r>
            <a:endParaRPr lang="en-US" dirty="0" smtClean="0"/>
          </a:p>
          <a:p>
            <a:pPr marL="0" lvl="0" indent="0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 txBox="1">
            <a:spLocks noGrp="1"/>
          </p:cNvSpPr>
          <p:nvPr>
            <p:ph type="ctrTitle"/>
          </p:nvPr>
        </p:nvSpPr>
        <p:spPr>
          <a:xfrm>
            <a:off x="823999" y="370879"/>
            <a:ext cx="5511487" cy="161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Component Lifecycle</a:t>
            </a:r>
            <a:endParaRPr dirty="0"/>
          </a:p>
        </p:txBody>
      </p:sp>
      <p:sp>
        <p:nvSpPr>
          <p:cNvPr id="309" name="Google Shape;309;p18"/>
          <p:cNvSpPr txBox="1">
            <a:spLocks noGrp="1"/>
          </p:cNvSpPr>
          <p:nvPr>
            <p:ph type="subTitle" idx="1"/>
          </p:nvPr>
        </p:nvSpPr>
        <p:spPr>
          <a:xfrm>
            <a:off x="823999" y="1748725"/>
            <a:ext cx="7274971" cy="31685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ctr"/>
            <a:r>
              <a:rPr lang="en-US" dirty="0"/>
              <a:t>A component's lifecycle is </a:t>
            </a:r>
            <a:r>
              <a:rPr lang="en-US" dirty="0"/>
              <a:t>the entire process from its creation to its destruction, broadly divided into three phases: mounting (initial creation and insertion into the DOM), updating (re-rendering due to state or prop changes), and </a:t>
            </a:r>
            <a:r>
              <a:rPr lang="en-US" dirty="0" err="1"/>
              <a:t>unmounting</a:t>
            </a:r>
            <a:r>
              <a:rPr lang="en-US" dirty="0"/>
              <a:t> (removal from the DOM)</a:t>
            </a:r>
            <a:r>
              <a:rPr lang="en-US" dirty="0"/>
              <a:t>.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>
            <a:spLocks noGrp="1"/>
          </p:cNvSpPr>
          <p:nvPr>
            <p:ph type="ctrTitle"/>
          </p:nvPr>
        </p:nvSpPr>
        <p:spPr>
          <a:xfrm>
            <a:off x="803945" y="708584"/>
            <a:ext cx="4458520" cy="10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Event Handling</a:t>
            </a:r>
            <a:endParaRPr dirty="0"/>
          </a:p>
        </p:txBody>
      </p:sp>
      <p:sp>
        <p:nvSpPr>
          <p:cNvPr id="3" name="Google Shape;309;p18"/>
          <p:cNvSpPr txBox="1">
            <a:spLocks noGrp="1"/>
          </p:cNvSpPr>
          <p:nvPr>
            <p:ph type="subTitle" idx="1"/>
          </p:nvPr>
        </p:nvSpPr>
        <p:spPr>
          <a:xfrm>
            <a:off x="823999" y="1748725"/>
            <a:ext cx="7274971" cy="25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7000" lvl="0" indent="0"/>
            <a:r>
              <a:rPr lang="en-US" dirty="0"/>
              <a:t>Event handling in React enables interactive user interfaces by allowing components to respond to user actions like clicks, key presses, or form submissions. 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>
            <a:spLocks noGrp="1"/>
          </p:cNvSpPr>
          <p:nvPr>
            <p:ph type="ctrTitle"/>
          </p:nvPr>
        </p:nvSpPr>
        <p:spPr>
          <a:xfrm>
            <a:off x="803945" y="708584"/>
            <a:ext cx="4822414" cy="10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Thanks for reading</a:t>
            </a:r>
            <a:endParaRPr dirty="0"/>
          </a:p>
        </p:txBody>
      </p:sp>
      <p:sp>
        <p:nvSpPr>
          <p:cNvPr id="3" name="Google Shape;309;p18"/>
          <p:cNvSpPr txBox="1">
            <a:spLocks noGrp="1"/>
          </p:cNvSpPr>
          <p:nvPr>
            <p:ph type="subTitle" idx="1"/>
          </p:nvPr>
        </p:nvSpPr>
        <p:spPr>
          <a:xfrm>
            <a:off x="823999" y="1748725"/>
            <a:ext cx="7274971" cy="25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SzPts val="1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0759697"/>
      </p:ext>
    </p:extLst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359</Words>
  <Application>Microsoft Office PowerPoint</Application>
  <PresentationFormat>On-screen Show (16:9)</PresentationFormat>
  <Paragraphs>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Nunito</vt:lpstr>
      <vt:lpstr>Calibri</vt:lpstr>
      <vt:lpstr>Montserrat</vt:lpstr>
      <vt:lpstr>Maven Pro</vt:lpstr>
      <vt:lpstr>Momentum</vt:lpstr>
      <vt:lpstr>Advanced Frontend Development React Basics Task 3</vt:lpstr>
      <vt:lpstr>What is React?</vt:lpstr>
      <vt:lpstr>State</vt:lpstr>
      <vt:lpstr>Props</vt:lpstr>
      <vt:lpstr>Jsx</vt:lpstr>
      <vt:lpstr>Components</vt:lpstr>
      <vt:lpstr>Component Lifecycle</vt:lpstr>
      <vt:lpstr>Event Handling</vt:lpstr>
      <vt:lpstr>Thanks for reading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Frontend Development ES6 Features Task 1</dc:title>
  <cp:lastModifiedBy>Abu-sufyan</cp:lastModifiedBy>
  <cp:revision>16</cp:revision>
  <dcterms:modified xsi:type="dcterms:W3CDTF">2025-09-28T20:59:37Z</dcterms:modified>
</cp:coreProperties>
</file>