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64" r:id="rId5"/>
    <p:sldId id="263" r:id="rId6"/>
  </p:sldIdLst>
  <p:sldSz cx="9144000" cy="5143500" type="screen16x9"/>
  <p:notesSz cx="6858000" cy="9144000"/>
  <p:embeddedFontLst>
    <p:embeddedFont>
      <p:font typeface="Montserrat" charset="0"/>
      <p:regular r:id="rId8"/>
      <p:bold r:id="rId9"/>
      <p:italic r:id="rId10"/>
      <p:boldItalic r:id="rId11"/>
    </p:embeddedFont>
    <p:embeddedFont>
      <p:font typeface="Maven Pro" charset="0"/>
      <p:regular r:id="rId12"/>
      <p:bold r:id="rId13"/>
    </p:embeddedFont>
    <p:embeddedFont>
      <p:font typeface="Nunito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2" d="100"/>
          <a:sy n="102" d="100"/>
        </p:scale>
        <p:origin x="-456" y="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878873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5e08b19311e0ba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5e08b19311e0ba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5e08b19311e0ba5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5e08b19311e0ba5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5e08b19311e0ba5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5e08b19311e0ba5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5e08b19311e0ba5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5e08b19311e0ba5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8" name="Google Shape;268;p11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>
            <a:spLocks noGrp="1"/>
          </p:cNvSpPr>
          <p:nvPr>
            <p:ph type="ctrTitle"/>
          </p:nvPr>
        </p:nvSpPr>
        <p:spPr>
          <a:xfrm>
            <a:off x="265568" y="1202350"/>
            <a:ext cx="8731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>
                <a:latin typeface="Montserrat"/>
                <a:ea typeface="Montserrat"/>
                <a:cs typeface="Montserrat"/>
                <a:sym typeface="Montserrat"/>
              </a:rPr>
              <a:t>Advanced Frontend Development</a:t>
            </a:r>
            <a:endParaRPr b="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 smtClean="0">
                <a:latin typeface="Montserrat"/>
                <a:ea typeface="Montserrat"/>
                <a:cs typeface="Montserrat"/>
                <a:sym typeface="Montserrat"/>
              </a:rPr>
              <a:t>Integrating React Components </a:t>
            </a:r>
            <a:r>
              <a:rPr lang="en" b="0" dirty="0" smtClean="0">
                <a:latin typeface="Montserrat"/>
                <a:ea typeface="Montserrat"/>
                <a:cs typeface="Montserrat"/>
                <a:sym typeface="Montserrat"/>
              </a:rPr>
              <a:t>Task </a:t>
            </a:r>
            <a:r>
              <a:rPr lang="en" b="0" dirty="0" smtClean="0">
                <a:latin typeface="Montserrat"/>
                <a:ea typeface="Montserrat"/>
                <a:cs typeface="Montserrat"/>
                <a:sym typeface="Montserrat"/>
              </a:rPr>
              <a:t>8</a:t>
            </a:r>
            <a:endParaRPr b="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13"/>
          <p:cNvSpPr txBox="1">
            <a:spLocks noGrp="1"/>
          </p:cNvSpPr>
          <p:nvPr>
            <p:ph type="subTitle" idx="1"/>
          </p:nvPr>
        </p:nvSpPr>
        <p:spPr>
          <a:xfrm>
            <a:off x="427200" y="3075250"/>
            <a:ext cx="4255500" cy="14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Compiled by Yusuf Abu-safyan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https://github.com/Sufyan-codes/FlexiSaf-Internship.git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>
            <a:spLocks noGrp="1"/>
          </p:cNvSpPr>
          <p:nvPr>
            <p:ph type="ctrTitle"/>
          </p:nvPr>
        </p:nvSpPr>
        <p:spPr>
          <a:xfrm>
            <a:off x="471299" y="323300"/>
            <a:ext cx="6069460" cy="8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What is </a:t>
            </a:r>
            <a:r>
              <a:rPr lang="en" dirty="0" smtClean="0"/>
              <a:t>a React Component?</a:t>
            </a:r>
            <a:endParaRPr dirty="0"/>
          </a:p>
        </p:txBody>
      </p:sp>
      <p:sp>
        <p:nvSpPr>
          <p:cNvPr id="284" name="Google Shape;284;p14"/>
          <p:cNvSpPr txBox="1"/>
          <p:nvPr/>
        </p:nvSpPr>
        <p:spPr>
          <a:xfrm>
            <a:off x="558450" y="1131500"/>
            <a:ext cx="8009100" cy="3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800" dirty="0">
                <a:solidFill>
                  <a:schemeClr val="bg1"/>
                </a:solidFill>
              </a:rPr>
              <a:t>A component is just a reusable piece of UI</a:t>
            </a:r>
            <a:r>
              <a:rPr lang="en-US" sz="1800" dirty="0" smtClean="0">
                <a:solidFill>
                  <a:schemeClr val="bg1"/>
                </a:solidFill>
              </a:rPr>
              <a:t>.</a:t>
            </a:r>
          </a:p>
          <a:p>
            <a:pPr lvl="0"/>
            <a:endParaRPr lang="en-US" sz="18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/>
            <a:r>
              <a:rPr lang="en-US" sz="18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function Button({ label }) {</a:t>
            </a:r>
          </a:p>
          <a:p>
            <a:pPr lvl="0"/>
            <a:r>
              <a:rPr lang="en-US" sz="18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 return &lt;button&gt;{label}&lt;/button&gt;;</a:t>
            </a:r>
          </a:p>
          <a:p>
            <a:pPr lvl="0"/>
            <a:r>
              <a:rPr lang="en-US" sz="18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}</a:t>
            </a:r>
          </a:p>
          <a:p>
            <a:pPr lvl="0"/>
            <a:endParaRPr lang="en-US" sz="1800" dirty="0" smtClean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/>
            <a:r>
              <a:rPr lang="en-US" sz="18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&lt;Button label="Click Me" /&gt;</a:t>
            </a:r>
          </a:p>
          <a:p>
            <a:pPr lvl="0"/>
            <a:endParaRPr sz="18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>
            <a:spLocks noGrp="1"/>
          </p:cNvSpPr>
          <p:nvPr>
            <p:ph type="ctrTitle"/>
          </p:nvPr>
        </p:nvSpPr>
        <p:spPr>
          <a:xfrm>
            <a:off x="618727" y="444623"/>
            <a:ext cx="5586130" cy="6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dirty="0"/>
              <a:t>2. Types of Components</a:t>
            </a:r>
            <a:endParaRPr lang="en-US" dirty="0"/>
          </a:p>
        </p:txBody>
      </p:sp>
      <p:sp>
        <p:nvSpPr>
          <p:cNvPr id="290" name="Google Shape;290;p15"/>
          <p:cNvSpPr txBox="1">
            <a:spLocks noGrp="1"/>
          </p:cNvSpPr>
          <p:nvPr>
            <p:ph type="subTitle" idx="1"/>
          </p:nvPr>
        </p:nvSpPr>
        <p:spPr>
          <a:xfrm>
            <a:off x="551789" y="1239815"/>
            <a:ext cx="7601100" cy="3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b="1" dirty="0" smtClean="0"/>
              <a:t>Functional </a:t>
            </a:r>
            <a:r>
              <a:rPr lang="en-US" b="1" dirty="0"/>
              <a:t>Components</a:t>
            </a:r>
            <a:r>
              <a:rPr lang="en-US" dirty="0"/>
              <a:t> – use functions and hooks.</a:t>
            </a:r>
          </a:p>
          <a:p>
            <a:r>
              <a:rPr lang="en-US" b="1" dirty="0"/>
              <a:t>Class Components</a:t>
            </a:r>
            <a:r>
              <a:rPr lang="en-US" dirty="0"/>
              <a:t> – older, use this and lifecycle methods (less common today).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>
            <a:spLocks noGrp="1"/>
          </p:cNvSpPr>
          <p:nvPr>
            <p:ph type="ctrTitle"/>
          </p:nvPr>
        </p:nvSpPr>
        <p:spPr>
          <a:xfrm>
            <a:off x="823998" y="453954"/>
            <a:ext cx="8320002" cy="6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dirty="0"/>
              <a:t>5. Component Composition</a:t>
            </a:r>
            <a:endParaRPr lang="en-US" dirty="0"/>
          </a:p>
        </p:txBody>
      </p:sp>
      <p:sp>
        <p:nvSpPr>
          <p:cNvPr id="290" name="Google Shape;290;p15"/>
          <p:cNvSpPr txBox="1">
            <a:spLocks noGrp="1"/>
          </p:cNvSpPr>
          <p:nvPr>
            <p:ph type="subTitle" idx="1"/>
          </p:nvPr>
        </p:nvSpPr>
        <p:spPr>
          <a:xfrm>
            <a:off x="570450" y="1547725"/>
            <a:ext cx="7601100" cy="3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 smtClean="0"/>
              <a:t>You </a:t>
            </a:r>
            <a:r>
              <a:rPr lang="en-US" dirty="0"/>
              <a:t>can combine small components to create complex UIs.</a:t>
            </a:r>
          </a:p>
          <a:p>
            <a:r>
              <a:rPr lang="en-US" dirty="0"/>
              <a:t>function Profile() { return ( &lt;div&gt; &lt;Avatar /&gt; &lt;</a:t>
            </a:r>
            <a:r>
              <a:rPr lang="en-US" dirty="0" err="1"/>
              <a:t>UserInfo</a:t>
            </a:r>
            <a:r>
              <a:rPr lang="en-US" dirty="0"/>
              <a:t> /&gt; &lt;</a:t>
            </a:r>
            <a:r>
              <a:rPr lang="en-US" dirty="0" err="1"/>
              <a:t>LogoutButton</a:t>
            </a:r>
            <a:r>
              <a:rPr lang="en-US" dirty="0"/>
              <a:t> /&gt; &lt;/div&gt; ); }</a:t>
            </a:r>
          </a:p>
        </p:txBody>
      </p:sp>
    </p:spTree>
    <p:extLst>
      <p:ext uri="{BB962C8B-B14F-4D97-AF65-F5344CB8AC3E}">
        <p14:creationId xmlns:p14="http://schemas.microsoft.com/office/powerpoint/2010/main" val="1520209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"/>
          <p:cNvSpPr txBox="1">
            <a:spLocks noGrp="1"/>
          </p:cNvSpPr>
          <p:nvPr>
            <p:ph type="ctrTitle"/>
          </p:nvPr>
        </p:nvSpPr>
        <p:spPr>
          <a:xfrm>
            <a:off x="803945" y="708584"/>
            <a:ext cx="4822414" cy="10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Thanks for reading</a:t>
            </a:r>
            <a:endParaRPr dirty="0"/>
          </a:p>
        </p:txBody>
      </p:sp>
      <p:sp>
        <p:nvSpPr>
          <p:cNvPr id="3" name="Google Shape;309;p18"/>
          <p:cNvSpPr txBox="1">
            <a:spLocks noGrp="1"/>
          </p:cNvSpPr>
          <p:nvPr>
            <p:ph type="subTitle" idx="1"/>
          </p:nvPr>
        </p:nvSpPr>
        <p:spPr>
          <a:xfrm>
            <a:off x="823999" y="1748725"/>
            <a:ext cx="7274971" cy="254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27000" lvl="0" indent="0" algn="l" rtl="0">
              <a:spcBef>
                <a:spcPts val="0"/>
              </a:spcBef>
              <a:spcAft>
                <a:spcPts val="0"/>
              </a:spcAft>
              <a:buSzPts val="1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0759697"/>
      </p:ext>
    </p:extLst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123</Words>
  <Application>Microsoft Office PowerPoint</Application>
  <PresentationFormat>On-screen Show (16:9)</PresentationFormat>
  <Paragraphs>20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Montserrat</vt:lpstr>
      <vt:lpstr>Maven Pro</vt:lpstr>
      <vt:lpstr>Nunito</vt:lpstr>
      <vt:lpstr>Momentum</vt:lpstr>
      <vt:lpstr>Advanced Frontend Development Integrating React Components Task 8</vt:lpstr>
      <vt:lpstr>What is a React Component?</vt:lpstr>
      <vt:lpstr>2. Types of Components</vt:lpstr>
      <vt:lpstr>5. Component Composition</vt:lpstr>
      <vt:lpstr>Thanks for reading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Frontend Development ES6 Features Task 1</dc:title>
  <cp:lastModifiedBy>Abu-sufyan</cp:lastModifiedBy>
  <cp:revision>23</cp:revision>
  <dcterms:modified xsi:type="dcterms:W3CDTF">2025-11-10T08:46:35Z</dcterms:modified>
</cp:coreProperties>
</file>